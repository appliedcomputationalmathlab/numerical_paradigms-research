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Funcional</a:t>
            </a:r>
          </a:p>
          <a:p>
            <a:r>
              <a:t>Introdução Conceitual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Iniciação Científica – CEFET</a:t>
            </a:r>
          </a:p>
          <a:p>
            <a:r>
              <a:t>Autor: Enzo</a:t>
            </a:r>
          </a:p>
          <a:p>
            <a:r>
              <a:t>Tema: Fundamentos da Programação Funcional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Programar é transformar entradas em saídas.</a:t>
            </a:r>
          </a:p>
          <a:p>
            <a:r>
              <a:t>Como fazer isso de forma previsível, segura e testável?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Matemática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Uma função associa cada entrada válida a uma única saída.</a:t>
            </a:r>
          </a:p>
          <a:p>
            <a:r>
              <a:t>Exemplo: divisão e raiz quadrada possuem restrições de domínio.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de Domínio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Divisão: y ≠ 0</a:t>
            </a:r>
          </a:p>
          <a:p>
            <a:r>
              <a:t>Raiz quadrada: x ≥ 0</a:t>
            </a:r>
          </a:p>
          <a:p>
            <a:r>
              <a:t>Na matemática, erros são tratados pelo domínio.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Imperativa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Execução passo a passo</a:t>
            </a:r>
          </a:p>
          <a:p>
            <a:r>
              <a:t>Estado mutável</a:t>
            </a:r>
          </a:p>
          <a:p>
            <a:r>
              <a:t>Uso de condicionais e exceções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Tratamento de Erros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try/catch</a:t>
            </a:r>
          </a:p>
          <a:p>
            <a:r>
              <a:t>Valores especiais (null, NaN)</a:t>
            </a:r>
          </a:p>
          <a:p>
            <a:r>
              <a:t>Erros aparecem em tempo de execução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Exceções quebram o fluxo</a:t>
            </a:r>
          </a:p>
          <a:p>
            <a:r>
              <a:t>Não aparecem na assinatura da função</a:t>
            </a:r>
          </a:p>
          <a:p>
            <a:r>
              <a:t>Dificultam composição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Funcional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Baseada em funções puras</a:t>
            </a:r>
          </a:p>
          <a:p>
            <a:r>
              <a:t>Sem efeitos colaterais</a:t>
            </a:r>
          </a:p>
          <a:p>
            <a:r>
              <a:t>Funções como valores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Funções Puras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Mesma entrada → mesma saída</a:t>
            </a:r>
          </a:p>
          <a:p>
            <a:r>
              <a:t>Sem modificar estado externo</a:t>
            </a:r>
          </a:p>
          <a:p>
            <a:r>
              <a:t>Facilidade de teste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Erros tratados como dados</a:t>
            </a:r>
          </a:p>
          <a:p>
            <a:r>
              <a:t>Exemplos: Maybe, Either</a:t>
            </a:r>
          </a:p>
          <a:p>
            <a:r>
              <a:t>Fluxo seguro de execução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das Monads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 explícito no tipo</a:t>
            </a:r>
          </a:p>
          <a:p>
            <a:r>
              <a:t>Composição segura</a:t>
            </a:r>
          </a:p>
          <a:p>
            <a:r>
              <a:t>Menos falhas inesperadas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Funções de múltiplos argumentos</a:t>
            </a:r>
          </a:p>
          <a:p>
            <a:r>
              <a:t>Transformadas em cadeias de funções</a:t>
            </a:r>
          </a:p>
          <a:p>
            <a:r>
              <a:t>Maior reutilização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Funcional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Construção de pipelines</a:t>
            </a:r>
          </a:p>
          <a:p>
            <a:r>
              <a:t>Código declarativo</a:t>
            </a:r>
          </a:p>
          <a:p>
            <a:r>
              <a:t>Menos variáveis intermediárias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Efeitos isolados</a:t>
            </a:r>
          </a:p>
          <a:p>
            <a:r>
              <a:t>Lógica separada de IO</a:t>
            </a:r>
          </a:p>
          <a:p>
            <a:r>
              <a:t>Código mais confiável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Influência em Java, Python, JS, Rust</a:t>
            </a:r>
          </a:p>
          <a:p>
            <a:r>
              <a:t>Uso em sistemas críticos</a:t>
            </a:r>
          </a:p>
          <a:p>
            <a:r>
              <a:t>Base para paralelismo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Programação funcional traz previsibilidade</a:t>
            </a:r>
          </a:p>
          <a:p>
            <a:r>
              <a:t>Erros controlados por tipos</a:t>
            </a:r>
          </a:p>
          <a:p>
            <a:r>
              <a:t>Código mais próximo da matemática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